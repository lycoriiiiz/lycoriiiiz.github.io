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5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056B8-6F93-4DA3-B171-F856E1D7417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5AD5D-E512-4A6D-A94C-F0752F586F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28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0CA3892-8C33-4E54-88CA-90DD37E8B468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1708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579DE-F1A9-4460-8067-AE320280525A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90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F9EBE27-7982-44E1-8CA9-2EE3BC7DDC07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62180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77056-B7EC-4CA7-B371-5509B84ED6B3}" type="datetime1">
              <a:rPr lang="ru-RU" smtClean="0"/>
              <a:t>15.06.2026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418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EB4C-8567-4527-9FEC-943D57EDA1CC}" type="datetime1">
              <a:rPr lang="ru-RU" smtClean="0"/>
              <a:t>15.06.2026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574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A406-1346-4C32-BAB3-96BA7C8580FF}" type="datetime1">
              <a:rPr lang="ru-RU" smtClean="0"/>
              <a:t>15.06.2026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83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49315-4BFE-41BF-8D04-5647BB88F10C}" type="datetime1">
              <a:rPr lang="ru-RU" smtClean="0"/>
              <a:t>15.06.2026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46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04C4647-F568-43E4-8EF5-3A3873FA1A4D}" type="datetime1">
              <a:rPr lang="ru-RU" smtClean="0"/>
              <a:t>15.06.2026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2992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1540C66D-21F4-4181-8CA6-9985DFBBF04B}" type="datetime1">
              <a:rPr lang="ru-RU" smtClean="0"/>
              <a:t>15.06.2026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4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58313-5730-4C2F-BA10-04FDBA02F514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18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17071-AB13-41D0-965F-68785FF08E88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632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502D78C-2A47-4045-8916-E1F4FB6E71D4}" type="datetime1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13C66D2-14E4-4A8D-937A-089B76B16B2A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8917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BFF91-58FB-4004-A0F9-186FCC3BB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2" y="1464148"/>
            <a:ext cx="10318418" cy="2098036"/>
          </a:xfrm>
        </p:spPr>
        <p:txBody>
          <a:bodyPr/>
          <a:lstStyle/>
          <a:p>
            <a:r>
              <a:rPr lang="en-US" sz="7200" dirty="0"/>
              <a:t>PET EXPRESS</a:t>
            </a:r>
            <a:endParaRPr lang="ru-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ED948A-2828-400C-93A0-57CEE4CDA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5044" y="2882931"/>
            <a:ext cx="8045373" cy="74227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Масленникова Полина, студентка группы № 24290907/3092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8B6A9-9F51-4EDB-8BB6-452CF7CD039E}"/>
              </a:ext>
            </a:extLst>
          </p:cNvPr>
          <p:cNvSpPr txBox="1"/>
          <p:nvPr/>
        </p:nvSpPr>
        <p:spPr>
          <a:xfrm>
            <a:off x="755373" y="3830189"/>
            <a:ext cx="2806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на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3CF3E-3D1D-4ACE-A80E-9D858B25C03D}"/>
              </a:ext>
            </a:extLst>
          </p:cNvPr>
          <p:cNvSpPr txBox="1"/>
          <p:nvPr/>
        </p:nvSpPr>
        <p:spPr>
          <a:xfrm>
            <a:off x="9099995" y="3807505"/>
            <a:ext cx="2806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на сайт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6DE1AF-D7AF-4DA7-9AC3-12C0A6037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05" y="4269170"/>
            <a:ext cx="2498423" cy="249842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4D32C13-1202-44C0-84F0-68A266E00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23" y="4269170"/>
            <a:ext cx="2498424" cy="249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3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7EA251-E77E-4224-B313-D98C22C5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Предметная область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2683E1-C7A8-445B-84F2-86C637BC5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2728" y="1700279"/>
            <a:ext cx="4800600" cy="632529"/>
          </a:xfrm>
        </p:spPr>
        <p:txBody>
          <a:bodyPr/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назначение платформы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7998E6E-4275-4033-8DDE-96E5E2BEB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2728" y="2351786"/>
            <a:ext cx="4800600" cy="2996398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быстрого и удобного доступа к транспортным и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зооуслугам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через единый веб-интерфейс.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194C78E-C597-4B14-A0B6-BC2906D54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9412" y="1384014"/>
            <a:ext cx="4800600" cy="632529"/>
          </a:xfrm>
        </p:spPr>
        <p:txBody>
          <a:bodyPr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Части сайта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1066DA0-C235-433B-88D4-48584A7FA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24828" y="2206508"/>
            <a:ext cx="4800600" cy="3698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«Шапка» сайта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00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 «Продукция».</a:t>
            </a:r>
          </a:p>
          <a:p>
            <a:pPr indent="45000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Раздел «Услуги».</a:t>
            </a:r>
          </a:p>
          <a:p>
            <a:pPr indent="45000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кабинет.</a:t>
            </a:r>
          </a:p>
          <a:p>
            <a:pPr indent="45000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Информационный блок.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«Центральный» блок сайта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45000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«Такси для питомцев»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570994-3092-4172-873D-890F32470747}"/>
              </a:ext>
            </a:extLst>
          </p:cNvPr>
          <p:cNvSpPr txBox="1"/>
          <p:nvPr/>
        </p:nvSpPr>
        <p:spPr>
          <a:xfrm>
            <a:off x="1104900" y="5799892"/>
            <a:ext cx="52160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функциональных блоков веб-платформы.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59E2509A-F531-4A1F-B0B8-5AFA4EB4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855299D-224E-44EE-872D-9C15108A7D75}"/>
              </a:ext>
            </a:extLst>
          </p:cNvPr>
          <p:cNvSpPr/>
          <p:nvPr/>
        </p:nvSpPr>
        <p:spPr>
          <a:xfrm>
            <a:off x="1765190" y="3429000"/>
            <a:ext cx="3864333" cy="24764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C051C1D-67B6-4968-B893-6382A04D1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862" y="3482340"/>
            <a:ext cx="3515122" cy="236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41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40C62F0-5C03-46AB-A6BB-13202FB106B3}"/>
              </a:ext>
            </a:extLst>
          </p:cNvPr>
          <p:cNvSpPr/>
          <p:nvPr/>
        </p:nvSpPr>
        <p:spPr>
          <a:xfrm>
            <a:off x="1592580" y="3816320"/>
            <a:ext cx="3528061" cy="2249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2551F-E321-4769-AE44-9B93FB4C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197126"/>
            <a:ext cx="10178322" cy="1492132"/>
          </a:xfrm>
        </p:spPr>
        <p:txBody>
          <a:bodyPr/>
          <a:lstStyle/>
          <a:p>
            <a:r>
              <a:rPr lang="ru-RU" dirty="0"/>
              <a:t>Модель жизненного цикла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29D84D-39EE-478E-8984-8E1EB2E56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0" y="1112355"/>
            <a:ext cx="4800600" cy="2793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МЖЦ – Итерационная.</a:t>
            </a:r>
          </a:p>
          <a:p>
            <a:pPr marL="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1: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Придумывание сайта и внешнего вида.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2: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управления и работа администратора.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 3: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программы и тестирование.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2D1654-26F5-4671-A18A-AB573D395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635" y="1332786"/>
            <a:ext cx="4197358" cy="2246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9829CF-DA59-46EF-9591-9877A03F83B7}"/>
              </a:ext>
            </a:extLst>
          </p:cNvPr>
          <p:cNvSpPr txBox="1"/>
          <p:nvPr/>
        </p:nvSpPr>
        <p:spPr>
          <a:xfrm>
            <a:off x="6756498" y="3539321"/>
            <a:ext cx="5208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Рис.2 -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по управлению сайтом для администратора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466B2EC-F2FB-433D-828F-A860E51CF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635" y="4328556"/>
            <a:ext cx="4255593" cy="16042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0503C5-76F9-4352-8434-9B37BC444B60}"/>
              </a:ext>
            </a:extLst>
          </p:cNvPr>
          <p:cNvSpPr txBox="1"/>
          <p:nvPr/>
        </p:nvSpPr>
        <p:spPr>
          <a:xfrm>
            <a:off x="7050695" y="5943383"/>
            <a:ext cx="412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Рис.3 -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полей формы регистрации на ошибки.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C69FF-6F1E-4859-8057-C121EF30B1D8}"/>
              </a:ext>
            </a:extLst>
          </p:cNvPr>
          <p:cNvSpPr txBox="1"/>
          <p:nvPr/>
        </p:nvSpPr>
        <p:spPr>
          <a:xfrm>
            <a:off x="1592580" y="6065520"/>
            <a:ext cx="4124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Рис.1 -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страниц сайта и путей пользователя.</a:t>
            </a:r>
          </a:p>
        </p:txBody>
      </p:sp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5A265386-D137-456E-B99D-D81E2FB4B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835B6AB-91AE-4D90-8664-51033D97E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846" y="3918379"/>
            <a:ext cx="3023401" cy="208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25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D78BE-4634-4D3F-8E4B-DA2F942C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Графический интерфейс (</a:t>
            </a:r>
            <a:r>
              <a:rPr lang="en-US" dirty="0"/>
              <a:t>GUI)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5D2FFB-0AEE-4906-8110-8547D14131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1678" y="1300038"/>
            <a:ext cx="4800600" cy="5418813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сайта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 → О компании, Услуги, Продукция, Сотрудники, Регистрация/Вход, Быстрая кнопка заказа такси.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 продукции разделен по видам животных: «Для кошек», «Для собак», «Для грызунов», «Для попугаев».</a:t>
            </a:r>
          </a:p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Уровни доступа на сайте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Гость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F8A037D-A9BB-4DD6-B050-75380D5A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982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C9C51-0E70-4695-91C7-FF9C36FD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8" y="223359"/>
            <a:ext cx="10178322" cy="1492132"/>
          </a:xfrm>
        </p:spPr>
        <p:txBody>
          <a:bodyPr/>
          <a:lstStyle/>
          <a:p>
            <a:r>
              <a:rPr lang="ru-RU" dirty="0"/>
              <a:t>Графический интерфейс (</a:t>
            </a:r>
            <a:r>
              <a:rPr lang="en-US" dirty="0"/>
              <a:t>GUI)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B6B6EF-D67D-4AAB-AF8E-E3C0E7F88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80" y="1332736"/>
            <a:ext cx="3757643" cy="2547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118413-3DFE-4CF7-AF97-95A7C11173B1}"/>
              </a:ext>
            </a:extLst>
          </p:cNvPr>
          <p:cNvSpPr txBox="1"/>
          <p:nvPr/>
        </p:nvSpPr>
        <p:spPr>
          <a:xfrm>
            <a:off x="655656" y="3880235"/>
            <a:ext cx="3041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Рис.1. Главный экран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7516A32-5B9D-4E20-9077-19612F30B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536" y="1332736"/>
            <a:ext cx="3757643" cy="2547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E1021A-A5E2-47AB-B3F9-8D4ACA794723}"/>
              </a:ext>
            </a:extLst>
          </p:cNvPr>
          <p:cNvSpPr txBox="1"/>
          <p:nvPr/>
        </p:nvSpPr>
        <p:spPr>
          <a:xfrm>
            <a:off x="4756377" y="3880235"/>
            <a:ext cx="3041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Рис.2. Продукция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D3AF849-1BAA-47E8-AF26-9AA775261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892" y="1332736"/>
            <a:ext cx="3639286" cy="25474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A92932-0C53-45B2-A0B4-E05629EFD43A}"/>
              </a:ext>
            </a:extLst>
          </p:cNvPr>
          <p:cNvSpPr txBox="1"/>
          <p:nvPr/>
        </p:nvSpPr>
        <p:spPr>
          <a:xfrm>
            <a:off x="8145112" y="3880234"/>
            <a:ext cx="4155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Рис.3. Экран быстрого заказа</a:t>
            </a:r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C9AEC06F-E29A-4CE0-AD8F-F05E6F01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86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923AA-13F7-451C-AF1B-0FB47702B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Руководство оператора: функционал и обработка ошибок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EFF59C-1C67-4685-B9C4-1A3D76734A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управления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остатков продукции (Корм, Игрушки, Одежда и др.)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новых карточек сотрудников в базе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Публикация ответов на клиентские отзывы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C18CC4B-29FE-4AF5-85D8-EE5011A4B4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от случайных действий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попытке деструктивных действий (удаление отзыва или сотрудника) система блокирует операцию до получения явного подтверждения «Да» или «Отмена» от оператора.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7B62D6-5611-4191-B412-3804C102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207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F71FA-85FB-4139-8D5E-563B8B58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оценка качества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F18316-DBBD-4825-B400-A7E776120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1678" y="1897064"/>
            <a:ext cx="4800600" cy="4655489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проверки и ключевые элементы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Тестировалась форма регистрации, состоящая из 5 элементов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поля ввода «Ваше имя», «Ваша фамилия», «Придумайте пароль», выпадающий список «Ваш город» и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чекбокс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«Запомнить меня».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 Тест-Кейса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проверки создавались по строгому шаблону: Действие →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BE6DD2-A017-418B-B972-61A4F7722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9400" y="1897064"/>
            <a:ext cx="4800600" cy="4416272"/>
          </a:xfrm>
        </p:spPr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 и методы тестирования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Вид: Функциональное тестирование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Методы: Анализ граничных значений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эквивалентное разделение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проверка на аномальные и пустые значения.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Итоговые метрики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и внесено в систему 7 тест-кейсов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Тестовое покрытие функциональных требований составило 69,23%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C9010D-36D1-46A9-A3BA-A76C78BD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503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AEAE2-F844-4383-BA34-D81E9F6F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Тестирование: результаты и отчеты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839D29-131B-464A-B4A2-0C31E5F9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F6967C-709A-4C8F-8F63-6DF98649E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82" y="1874517"/>
            <a:ext cx="5744029" cy="18321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5729E5-140A-4F31-9EE1-7954CEC78EEC}"/>
              </a:ext>
            </a:extLst>
          </p:cNvPr>
          <p:cNvSpPr txBox="1"/>
          <p:nvPr/>
        </p:nvSpPr>
        <p:spPr>
          <a:xfrm>
            <a:off x="3586040" y="3617267"/>
            <a:ext cx="15902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Рис.1.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C2E4C7-8678-43CE-8344-C463E82E9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582" y="4043164"/>
            <a:ext cx="5744029" cy="23112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4A913E-09C4-4EBC-83AA-D9AD80D2493F}"/>
              </a:ext>
            </a:extLst>
          </p:cNvPr>
          <p:cNvSpPr txBox="1"/>
          <p:nvPr/>
        </p:nvSpPr>
        <p:spPr>
          <a:xfrm>
            <a:off x="2759103" y="6351795"/>
            <a:ext cx="4031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Рис.2.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шагов в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TestIt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288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41398-E1C5-4A66-BEF3-828772F6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20CD4C-20A7-459A-B9DD-99A959F34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по предметной области сделаны 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дальнейшем планируется реализовать базу данных и довести тестовое покрытие до 100%.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следующий раз нужно будет сделать по-другому: проектировать структуру базы данных одновременно с GUI, чтобы точнее настроить ограничения полей на ранних этапах.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 мне удалось спроектировать быстрый сценарий заказа такси для питомца в 1 клик, работающий без обязательной регистрации пользователя.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86CD1E-9ABC-4A0B-BF3E-D66EFF4C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C66D2-14E4-4A8D-937A-089B76B16B2A}" type="slidenum">
              <a:rPr lang="ru-RU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78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BFF91-58FB-4004-A0F9-186FCC3BB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817" y="1554543"/>
            <a:ext cx="10318418" cy="2098036"/>
          </a:xfrm>
        </p:spPr>
        <p:txBody>
          <a:bodyPr/>
          <a:lstStyle/>
          <a:p>
            <a:r>
              <a:rPr lang="en-US" sz="7200" dirty="0"/>
              <a:t>PET EXPRESS</a:t>
            </a:r>
            <a:endParaRPr lang="ru-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ED948A-2828-400C-93A0-57CEE4CDA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2340" y="3065226"/>
            <a:ext cx="8045373" cy="742279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Масленникова Полина, студентка группы № 24290907/3092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8B6A9-9F51-4EDB-8BB6-452CF7CD039E}"/>
              </a:ext>
            </a:extLst>
          </p:cNvPr>
          <p:cNvSpPr txBox="1"/>
          <p:nvPr/>
        </p:nvSpPr>
        <p:spPr>
          <a:xfrm>
            <a:off x="859078" y="3727364"/>
            <a:ext cx="2806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на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3CF3E-3D1D-4ACE-A80E-9D858B25C03D}"/>
              </a:ext>
            </a:extLst>
          </p:cNvPr>
          <p:cNvSpPr txBox="1"/>
          <p:nvPr/>
        </p:nvSpPr>
        <p:spPr>
          <a:xfrm>
            <a:off x="9147666" y="3767435"/>
            <a:ext cx="2806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на сайт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753AD-A67C-46C8-8A97-589853F0BB3F}"/>
              </a:ext>
            </a:extLst>
          </p:cNvPr>
          <p:cNvSpPr txBox="1"/>
          <p:nvPr/>
        </p:nvSpPr>
        <p:spPr>
          <a:xfrm>
            <a:off x="1796994" y="862557"/>
            <a:ext cx="9708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dirty="0">
                <a:latin typeface="+mj-lt"/>
              </a:rPr>
              <a:t>СПАСИБО ЗА ВНИМАНИЕ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4261B8-D053-4501-AE80-6CE64D32A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7666" y="4198150"/>
            <a:ext cx="2545727" cy="254572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EBA1D4-589A-4FBC-813F-F4EAD858C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37" y="4198150"/>
            <a:ext cx="2536606" cy="253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89140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1002</TotalTime>
  <Words>509</Words>
  <Application>Microsoft Office PowerPoint</Application>
  <PresentationFormat>Широкоэкранный</PresentationFormat>
  <Paragraphs>76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Corbel</vt:lpstr>
      <vt:lpstr>Gill Sans MT</vt:lpstr>
      <vt:lpstr>Impact</vt:lpstr>
      <vt:lpstr>Times New Roman</vt:lpstr>
      <vt:lpstr>Эмблема</vt:lpstr>
      <vt:lpstr>PET EXPRESS</vt:lpstr>
      <vt:lpstr>Предметная область</vt:lpstr>
      <vt:lpstr>Модель жизненного цикла</vt:lpstr>
      <vt:lpstr>Графический интерфейс (GUI)</vt:lpstr>
      <vt:lpstr>Графический интерфейс (GUI)</vt:lpstr>
      <vt:lpstr>Руководство оператора: функционал и обработка ошибок</vt:lpstr>
      <vt:lpstr>Тестирование и оценка качества сайта</vt:lpstr>
      <vt:lpstr>Тестирование: результаты и отчеты</vt:lpstr>
      <vt:lpstr>выводы</vt:lpstr>
      <vt:lpstr>PET EXPRESS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 EXPRESS</dc:title>
  <dc:creator>sergeevnapolina06@gmail.com</dc:creator>
  <cp:lastModifiedBy>sergeevnapolina06@gmail.com</cp:lastModifiedBy>
  <cp:revision>19</cp:revision>
  <dcterms:created xsi:type="dcterms:W3CDTF">2026-06-15T12:00:31Z</dcterms:created>
  <dcterms:modified xsi:type="dcterms:W3CDTF">2026-06-16T04:43:04Z</dcterms:modified>
</cp:coreProperties>
</file>